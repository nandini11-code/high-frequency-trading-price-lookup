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2" r:id="rId3"/>
    <p:sldId id="261" r:id="rId4"/>
    <p:sldId id="260" r:id="rId5"/>
    <p:sldId id="259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7"/>
  </p:normalViewPr>
  <p:slideViewPr>
    <p:cSldViewPr snapToGrid="0">
      <p:cViewPr varScale="1">
        <p:scale>
          <a:sx n="163" d="100"/>
          <a:sy n="163" d="100"/>
        </p:scale>
        <p:origin x="184" y="2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E5D2F49-0023-9A8F-A20F-FC41D37A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4D9B26D8-0FCB-CD4B-C032-D9B31DDFE7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D683977B-7A8F-B499-5446-2035FB792E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56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FD460341-388F-0961-3BDF-01D0201F0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3D13C5EC-5560-BCDB-D425-42A6D63EE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D224069C-F45B-4078-01EE-4D79DCE236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3631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B823EE1-56D0-6EB9-F7A8-5689E200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B096A651-4000-A416-BB74-D64D0F6139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59E17506-3DA3-7649-C79A-DE69654E5F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3129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409808BB-FC05-CC69-4C6D-BE9714BF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6FE7521F-3C4E-B2E4-A074-D606BBB018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6278DFF5-539C-EC1F-363E-C13A37E94A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44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800" b="1" dirty="0">
                <a:solidFill>
                  <a:schemeClr val="lt1"/>
                </a:solidFill>
              </a:rPr>
              <a:t>High-Frequency Trading Price Lookup</a:t>
            </a:r>
            <a:br>
              <a:rPr lang="en-GB" sz="1050" b="1" dirty="0">
                <a:solidFill>
                  <a:schemeClr val="lt1"/>
                </a:solidFill>
              </a:rPr>
            </a:br>
            <a:r>
              <a:rPr lang="en-GB" sz="1050" b="1" dirty="0">
                <a:solidFill>
                  <a:schemeClr val="lt1"/>
                </a:solidFill>
              </a:rPr>
              <a:t>By </a:t>
            </a:r>
          </a:p>
          <a:p>
            <a:pPr marL="0" lvl="0" indent="0"/>
            <a:r>
              <a:rPr lang="en-GB" sz="1050" b="1" dirty="0">
                <a:solidFill>
                  <a:schemeClr val="lt1"/>
                </a:solidFill>
              </a:rPr>
              <a:t>Nandini Solanki</a:t>
            </a:r>
            <a:br>
              <a:rPr lang="en-GB" sz="1050" b="1" dirty="0">
                <a:solidFill>
                  <a:schemeClr val="lt1"/>
                </a:solidFill>
              </a:rPr>
            </a:br>
            <a:r>
              <a:rPr lang="en-GB" sz="1050" b="1" dirty="0">
                <a:solidFill>
                  <a:schemeClr val="lt1"/>
                </a:solidFill>
              </a:rPr>
              <a:t>Aaryan </a:t>
            </a:r>
            <a:r>
              <a:rPr lang="en-GB" sz="1050" b="1" dirty="0" err="1">
                <a:solidFill>
                  <a:schemeClr val="lt1"/>
                </a:solidFill>
              </a:rPr>
              <a:t>Kuchekar</a:t>
            </a:r>
            <a:br>
              <a:rPr lang="en-GB" sz="1050" b="1" dirty="0">
                <a:solidFill>
                  <a:schemeClr val="lt1"/>
                </a:solidFill>
              </a:rPr>
            </a:br>
            <a:r>
              <a:rPr lang="en-GB" sz="1050" b="1" dirty="0">
                <a:solidFill>
                  <a:schemeClr val="lt1"/>
                </a:solidFill>
              </a:rPr>
              <a:t>Sahil </a:t>
            </a:r>
            <a:r>
              <a:rPr lang="en-GB" sz="1050" b="1" dirty="0" err="1">
                <a:solidFill>
                  <a:schemeClr val="lt1"/>
                </a:solidFill>
              </a:rPr>
              <a:t>Ghone</a:t>
            </a:r>
            <a:br>
              <a:rPr lang="en-GB" sz="1050" b="1" dirty="0">
                <a:solidFill>
                  <a:schemeClr val="lt1"/>
                </a:solidFill>
              </a:rPr>
            </a:br>
            <a:r>
              <a:rPr lang="en-GB" sz="1050" b="1" dirty="0">
                <a:solidFill>
                  <a:schemeClr val="lt1"/>
                </a:solidFill>
              </a:rPr>
              <a:t>Raad </a:t>
            </a:r>
            <a:r>
              <a:rPr lang="en-GB" sz="1050" b="1" dirty="0" err="1">
                <a:solidFill>
                  <a:schemeClr val="lt1"/>
                </a:solidFill>
              </a:rPr>
              <a:t>Dalwai</a:t>
            </a:r>
            <a:endParaRPr sz="1050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EE9604DE-9A83-EC36-7328-90CB8ADD1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38452B30-CF28-F817-0ECF-9BFF8A9BEA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Problem Statement</a:t>
            </a:r>
            <a:endParaRPr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E4C39DC-D027-AB71-52DE-1D09F8A63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In high-frequency trading (HFT), decisions must be made in microseconds </a:t>
            </a:r>
          </a:p>
          <a:p>
            <a:r>
              <a:rPr lang="en-IN" dirty="0">
                <a:solidFill>
                  <a:schemeClr val="tx1"/>
                </a:solidFill>
              </a:rPr>
              <a:t>Traders need to quickly find the </a:t>
            </a:r>
            <a:r>
              <a:rPr lang="en-IN" b="1" dirty="0">
                <a:solidFill>
                  <a:schemeClr val="tx1"/>
                </a:solidFill>
              </a:rPr>
              <a:t>closest stock price ≤ target price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r>
              <a:rPr lang="en-IN" dirty="0">
                <a:solidFill>
                  <a:schemeClr val="tx1"/>
                </a:solidFill>
              </a:rPr>
              <a:t>Data is large and continuously updating </a:t>
            </a:r>
          </a:p>
          <a:p>
            <a:r>
              <a:rPr lang="en-IN" dirty="0">
                <a:solidFill>
                  <a:schemeClr val="tx1"/>
                </a:solidFill>
              </a:rPr>
              <a:t>Linear search is too slow (O(n)) </a:t>
            </a:r>
          </a:p>
          <a:p>
            <a:pPr marL="114300" indent="0">
              <a:buNone/>
            </a:pPr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Key Challenge: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How to search huge datasets </a:t>
            </a:r>
            <a:r>
              <a:rPr lang="en-IN" b="1" dirty="0">
                <a:solidFill>
                  <a:schemeClr val="tx1"/>
                </a:solidFill>
              </a:rPr>
              <a:t>instantly and efficiently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E4B15340-9CC0-E21B-0BB3-7E46211C79E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507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388D9669-D180-9237-4EA6-8B2A29F3B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90E23BB1-63B8-963D-4742-35A3DF4C39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Solution</a:t>
            </a:r>
            <a:endParaRPr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7F403688-216E-EBC9-1ACF-F9E25199D3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Approach: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Use </a:t>
            </a:r>
            <a:r>
              <a:rPr lang="en-IN" b="1" dirty="0">
                <a:solidFill>
                  <a:schemeClr val="tx1"/>
                </a:solidFill>
              </a:rPr>
              <a:t>Binary Search (Lower Bound concept)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r>
              <a:rPr lang="en-IN" dirty="0">
                <a:solidFill>
                  <a:schemeClr val="tx1"/>
                </a:solidFill>
              </a:rPr>
              <a:t>Works on </a:t>
            </a:r>
            <a:r>
              <a:rPr lang="en-IN" b="1" dirty="0">
                <a:solidFill>
                  <a:schemeClr val="tx1"/>
                </a:solidFill>
              </a:rPr>
              <a:t>sorted price data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r>
              <a:rPr lang="en-IN" b="1" dirty="0">
                <a:solidFill>
                  <a:schemeClr val="tx1"/>
                </a:solidFill>
              </a:rPr>
              <a:t>What the system does: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Takes a target price as input </a:t>
            </a:r>
          </a:p>
          <a:p>
            <a:r>
              <a:rPr lang="en-IN" dirty="0">
                <a:solidFill>
                  <a:schemeClr val="tx1"/>
                </a:solidFill>
              </a:rPr>
              <a:t>Searches for the nearest price ≤ target </a:t>
            </a:r>
          </a:p>
          <a:p>
            <a:r>
              <a:rPr lang="en-IN" dirty="0">
                <a:solidFill>
                  <a:schemeClr val="tx1"/>
                </a:solidFill>
              </a:rPr>
              <a:t>Returns: 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Closest price 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Timestamp </a:t>
            </a:r>
          </a:p>
          <a:p>
            <a:r>
              <a:rPr lang="en-IN" b="1" dirty="0">
                <a:solidFill>
                  <a:schemeClr val="tx1"/>
                </a:solidFill>
              </a:rPr>
              <a:t>Why this works: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Binary search reduces time complexity to </a:t>
            </a:r>
            <a:r>
              <a:rPr lang="en-IN" b="1" dirty="0">
                <a:solidFill>
                  <a:schemeClr val="tx1"/>
                </a:solidFill>
              </a:rPr>
              <a:t>O(log n)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r>
              <a:rPr lang="en-IN" dirty="0">
                <a:solidFill>
                  <a:schemeClr val="tx1"/>
                </a:solidFill>
              </a:rPr>
              <a:t>Suitable for real-time systems like trading engines 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00" dirty="0">
              <a:solidFill>
                <a:schemeClr val="tx1"/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AA6EB5AE-7434-953E-CA43-40730439F8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565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6DD0D74A-1923-B90D-8932-ACA27651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862BC7FC-9A6E-9FBA-0BF8-1B25067092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Working(Method/Mind Map)</a:t>
            </a:r>
            <a:endParaRPr b="1" dirty="0">
              <a:solidFill>
                <a:srgbClr val="A81B50"/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7F5CB19C-52A2-1286-56C7-019FD3210B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41CB3F-F0C0-5610-2A9D-51311B340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92" y="1080248"/>
            <a:ext cx="65024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37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762C27B6-28CC-7670-D426-241AA76C3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FB0D16EC-8915-4443-B922-4B3C67DBC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Conclusion</a:t>
            </a:r>
            <a:endParaRPr b="1" dirty="0">
              <a:solidFill>
                <a:srgbClr val="A81B50"/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C50B8947-A94F-25A8-065B-08FB3957AA9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A1A1F-80CA-46A3-FB5B-6032B84C8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017725"/>
            <a:ext cx="54457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Search makes price lookup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extremely fast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decision 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trading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for large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extended with: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data streaming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Multi-stock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predictions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074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170</Words>
  <Application>Microsoft Macintosh PowerPoint</Application>
  <PresentationFormat>On-screen Show (16:9)</PresentationFormat>
  <Paragraphs>33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PowerPoint Presentation</vt:lpstr>
      <vt:lpstr>Problem Statement</vt:lpstr>
      <vt:lpstr>Solution</vt:lpstr>
      <vt:lpstr>Working(Method/Mind Map)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918956275895</cp:lastModifiedBy>
  <cp:revision>1</cp:revision>
  <dcterms:modified xsi:type="dcterms:W3CDTF">2026-04-25T12:05:36Z</dcterms:modified>
</cp:coreProperties>
</file>